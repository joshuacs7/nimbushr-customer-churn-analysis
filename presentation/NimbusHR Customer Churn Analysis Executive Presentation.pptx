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48D3D1-8FC1-4B33-BC9E-A4485E923559}">
  <a:tblStyle styleId="{4848D3D1-8FC1-4B33-BC9E-A4485E92355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2ebfd78ed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2ebfd78e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2ebfd78ed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2ebfd78ed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2ebfd78ed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2ebfd78ed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2ebfd78ed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2ebfd78ed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2ebfd78e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2ebfd78e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2ebfd78ed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2ebfd78ed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2ebfd78ed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2ebfd78ed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2ebfd78ed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2ebfd78ed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7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/>
              <a:t>NimbusHR Customer Churn Analysis</a:t>
            </a:r>
            <a:endParaRPr b="1" sz="38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11100"/>
            <a:ext cx="8520600" cy="13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82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Executive Business Case Study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End-to-End Data Analytics Project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Prepared by Joshua C.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072000" y="3695401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Tools Used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Excel | SQL | Power BI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Business Problem</a:t>
            </a:r>
            <a:endParaRPr b="1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718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700"/>
              <a:t>NimbusHR is a B2B SaaS company experiencing slower growth in Monthly Recurring Revenue (MRR).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700"/>
              <a:t>Executive leadership requested an analysis to answer five business questions: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700"/>
              <a:t>• Why has revenue growth slowed?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700"/>
              <a:t>• Which customers are most likely to churn?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700"/>
              <a:t>• Which subscription plans generate the highest revenue?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700"/>
              <a:t>• Which customer segments represent the highest business risk?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700"/>
              <a:t>• What actions should the business prioritize to improve retention?</a:t>
            </a:r>
            <a:endParaRPr sz="17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58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646300" cy="38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400"/>
              <a:t>Business Understanding     Data Preparation</a:t>
            </a:r>
            <a:endParaRPr sz="140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400"/>
              <a:t>(ASK)                      (PREPARE)</a:t>
            </a:r>
            <a:endParaRPr sz="140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400"/>
              <a:t>Data Cleaning              Business Analysis</a:t>
            </a:r>
            <a:endParaRPr sz="140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400"/>
              <a:t>(PROCESS)                  (ANALYZE)</a:t>
            </a:r>
            <a:endParaRPr sz="140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400"/>
              <a:t>Executive Dashboard        Business Recommendations</a:t>
            </a:r>
            <a:endParaRPr sz="140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400"/>
              <a:t>(SHARE)                    (ACT)</a:t>
            </a:r>
            <a:br>
              <a:rPr lang="en" sz="1400"/>
            </a:b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Framework based on the Google Data Analytics Process. </a:t>
            </a:r>
            <a:endParaRPr sz="140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700"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Project Methodology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2779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Executive Dashboard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696445"/>
            <a:ext cx="8520600" cy="41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Executive Overview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29" y="1353150"/>
            <a:ext cx="6001350" cy="36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6272025" y="1292225"/>
            <a:ext cx="2560200" cy="3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Executive Insights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• NimbusHR currently manages a portfolio of 1,000 customers.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• Customer churn has reached 19%, directly impacting recurring revenue growth.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• Enterprise subscriptions generate the largest share of Monthly Recurring Revenue.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• Improving customer retention is expected to deliver a greater long-term impact than increasing customer acquisition alone.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2779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Analysis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696445"/>
            <a:ext cx="8520600" cy="41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Understanding the Customer Base</a:t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6272025" y="1292225"/>
            <a:ext cx="2560200" cy="3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Executive Insights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• Customer acquisition is well diversified across multiple marketing channels.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• Manufacturing and Healthcare represent the largest customer segments.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• Company size is evenly distributed, reducing dependency on a single customer profile.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• Most customers maintain a healthy engagement level, providing a strong foundation for future growth.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42" y="1239962"/>
            <a:ext cx="6101726" cy="380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2779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Churn Analysis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696445"/>
            <a:ext cx="8520600" cy="41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Understanding the Drivers of Customer Churn</a:t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6272025" y="1292225"/>
            <a:ext cx="2560200" cy="3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Executive Insights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• Customer churn is not evenly distributed across the customer base.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• Customer status distribution confirms that retention should remain a strategic business priority.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• Expansion activity varies across subscription plans, indicating opportunities for targeted growth initiatives.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• Monitoring customer behavior through leading indicators can help reduce preventable churn and protect recurring revenue.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934" y="1366250"/>
            <a:ext cx="6032500" cy="36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11081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Business Recommendations </a:t>
            </a:r>
            <a:endParaRPr b="1"/>
          </a:p>
        </p:txBody>
      </p:sp>
      <p:graphicFrame>
        <p:nvGraphicFramePr>
          <p:cNvPr id="98" name="Google Shape;98;p19"/>
          <p:cNvGraphicFramePr/>
          <p:nvPr/>
        </p:nvGraphicFramePr>
        <p:xfrm>
          <a:off x="185725" y="8041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{4848D3D1-8FC1-4B33-BC9E-A4485E923559}</a:tableStyleId>
              </a:tblPr>
              <a:tblGrid>
                <a:gridCol w="1703175"/>
                <a:gridCol w="3735600"/>
                <a:gridCol w="3333750"/>
              </a:tblGrid>
              <a:tr h="390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Priority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Recommendation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Expected Business Impact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Prioritize retention initiatives for Enterprise customers.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Protect the largest source of recurring revenue.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Implement a Customer Health Score monitoring process.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Identify at-risk customers before churn occurs.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Medium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Improve onboarding and product adoption programs.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Increase customer engagement and long-term retention.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Medium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Evaluate acquisition channels based on customer quality, not only acquisition volume.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Improve Customer Lifetime Value (CLV).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Low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Continue monitoring support performance KPIs.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Ensure customer service remains a competitive advantage.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" name="Google Shape;99;p19"/>
          <p:cNvSpPr txBox="1"/>
          <p:nvPr/>
        </p:nvSpPr>
        <p:spPr>
          <a:xfrm>
            <a:off x="57288" y="4645525"/>
            <a:ext cx="902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 prioritized according to expected business impact.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Executive Summary</a:t>
            </a:r>
            <a:endParaRPr b="1"/>
          </a:p>
        </p:txBody>
      </p:sp>
      <p:sp>
        <p:nvSpPr>
          <p:cNvPr id="105" name="Google Shape;105;p20"/>
          <p:cNvSpPr txBox="1"/>
          <p:nvPr/>
        </p:nvSpPr>
        <p:spPr>
          <a:xfrm>
            <a:off x="150400" y="1118000"/>
            <a:ext cx="85206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analysis identified customer retention as the primary opportunity to improve recurring revenue growth.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Enterprise customers generate the highest Monthly Recurring Revenue and therefore represent the highest financial priority.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19% churn rate suggests that proactive retention strategies could significantly increase Annual Recurring Revenue without increasing customer acquisition costs.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recommended next step is to implement customer health monitoring and targeted retention initiatives focused on high-value accounts.</a:t>
            </a:r>
            <a:endParaRPr/>
          </a:p>
        </p:txBody>
      </p:sp>
      <p:sp>
        <p:nvSpPr>
          <p:cNvPr id="106" name="Google Shape;106;p20"/>
          <p:cNvSpPr txBox="1"/>
          <p:nvPr/>
        </p:nvSpPr>
        <p:spPr>
          <a:xfrm>
            <a:off x="5954525" y="3570475"/>
            <a:ext cx="26403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</a:rPr>
              <a:t>Project Outcome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</a:rPr>
              <a:t>✔ Business Problem Solved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</a:rPr>
              <a:t>✔ Actionable Recommendations Delivered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</a:rPr>
              <a:t>✔ Executive Dashboard Developed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113" name="Google Shape;113;p21"/>
          <p:cNvSpPr txBox="1"/>
          <p:nvPr/>
        </p:nvSpPr>
        <p:spPr>
          <a:xfrm>
            <a:off x="3072000" y="344235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Prepared by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Joshua C.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Analytics Portfolio Project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